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46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85D8E-0419-0328-5D01-4795AEACF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241CB-3A0E-FDCD-EF1A-4220DE173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3E202-886E-73C8-AFDA-F08917882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DAEF-75F0-44A8-A2A8-C2D5F17DB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40615-2359-9565-4755-EB24CCFD4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87B37-AD97-8040-64D1-EAB11159C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58E1-DEC4-4CB1-A9D3-EF03F820F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911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127C1-2E3D-A697-416C-3B2F552C2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5877C-CDF1-B7A0-D1B5-CCBEA8DE3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32680-9BA5-8173-A3E4-12CDC17C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DAEF-75F0-44A8-A2A8-C2D5F17DB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88BDC-172D-BCA5-F131-56DCB713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B9909-000C-C7C9-D0D0-132FE3B0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58E1-DEC4-4CB1-A9D3-EF03F820F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846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DFDDE-BE6A-279D-FB18-5AD76B750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ACB6F-2625-0CCA-AA2D-A4E4BF91B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79E9C-60A9-D68F-7305-A3E83B89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DAEF-75F0-44A8-A2A8-C2D5F17DB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695DE-5CC6-3A76-8912-1E87078F6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A84CE-C165-97E7-021C-1374E0AB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58E1-DEC4-4CB1-A9D3-EF03F820F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01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8DF28-DE13-1121-79C2-A8822C835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A80AC-815D-98B9-F30B-F67C6E40F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63961-A7E1-6EBE-C15E-3A746E56D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1C98C-0CA2-9D50-BAB8-299B4E45E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DAEF-75F0-44A8-A2A8-C2D5F17DB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6EF8D-7063-8673-A204-926CBE6B6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F08AA-1F37-1C04-2AFA-48C0A37B0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58E1-DEC4-4CB1-A9D3-EF03F820F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083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066A-C576-B4C6-CEAF-2DD9ACBB3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B2584-30D5-D1B9-5471-25DCCDD5D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9496E-8B14-DD7E-25BB-0FA0F7664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B3ECCB-863F-DCD0-0BE2-ADFE30F79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BBE763-C851-F769-62B6-0A8C16B0C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64C950-B8EA-CAFB-FF71-8089C671E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DAEF-75F0-44A8-A2A8-C2D5F17DB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6CD5B2-F77B-888E-F44F-C568688C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86255E-9182-982B-BB08-EE148241D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58E1-DEC4-4CB1-A9D3-EF03F820F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823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1FC36-C68F-96ED-C8F7-062059FDA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0A695F-C0DF-FBD2-545A-D39354BFB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DAEF-75F0-44A8-A2A8-C2D5F17DB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3CC04-8693-4975-270A-53B84120F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EDF29-3657-67DD-3010-1C0C7D144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58E1-DEC4-4CB1-A9D3-EF03F820F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629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5BE3A-EE42-9344-CA62-D0B036650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DAEF-75F0-44A8-A2A8-C2D5F17DB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92A722-2C00-9F21-FF5F-80620B10C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1CF62-7EB6-FCEC-D94E-2C9D9BCA4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58E1-DEC4-4CB1-A9D3-EF03F820F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105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6905E-E59F-7B73-2E75-8F4B847C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A0153-9BF6-8B52-7DAE-DCFD1AF09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774A-71C8-93D9-ED75-90E7FFF6E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C2C85-145B-53E0-7626-877097D0A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DAEF-75F0-44A8-A2A8-C2D5F17DB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3020D-3844-99E8-E376-F143CF1D5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08B4B-9A0C-3761-FA46-5437CF82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58E1-DEC4-4CB1-A9D3-EF03F820F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100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65C51-4CA6-3AD6-587B-0AF932ABF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142228-0CDE-D180-5169-1CFE9EE9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172773-48F8-899A-FA42-6E21C2813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3FFDC-54AD-58F9-67EF-3A00F416D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DAEF-75F0-44A8-A2A8-C2D5F17DB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2B7B5-B28E-F8E2-DF2B-E13F9A58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539F7-8001-0D83-7A6D-93FB6183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58E1-DEC4-4CB1-A9D3-EF03F820F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257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0EFD-0203-DC96-AC1E-7B7664A16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3A5823-A72C-B0A8-27CF-23F5AF185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615D6-3B33-C2BB-9CF8-4183D8A9D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DAEF-75F0-44A8-A2A8-C2D5F17DB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69BDB-17C2-8A92-5B3C-B8BE88D32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47DBB-004E-78D1-5316-2F5C8E9F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58E1-DEC4-4CB1-A9D3-EF03F820F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598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3A3F11-9BCA-877C-A190-0FD49C65E3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6AEB7C-AA4C-05FA-867A-4A8475EC4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B5BF2-3667-F213-5279-E57569F6C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DAEF-75F0-44A8-A2A8-C2D5F17DB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5283F-F1BC-920C-ECF8-30A14F83C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783F0-E61B-C3AF-0223-5924D8D91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58E1-DEC4-4CB1-A9D3-EF03F820F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979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3E878C-F9C8-4879-62A9-9A7E4074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FC977-54A3-107C-F922-2C010BF3A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7A4B1-5670-1D7A-FAC2-67C495F7A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0DAEF-75F0-44A8-A2A8-C2D5F17DB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245B9-19A3-EF4B-67E6-868462469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021C5-4A4C-E26E-78C5-5FD4BF485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758E1-DEC4-4CB1-A9D3-EF03F820F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47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0FBE-F145-7BD8-D9D0-394E100661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45801-B136-B6C2-F3FA-E1A065177E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C3CC55-9C78-C9B4-3320-A322D6385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1015" y="-119795"/>
            <a:ext cx="12856513" cy="723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89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E6A4FE-8895-15AB-2D72-6F1619AC1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72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3F1EBB-C570-FC58-0B4C-62507BCA9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65" cy="673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259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21354B-64CE-3A28-E96A-F30FC6B2C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232957" cy="674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773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AA2900-0701-5861-DC40-E40D3ECCC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3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276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B38318-E68F-E324-845B-CE26A8759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9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108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F25136-7387-C748-6DA5-021D10464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"/>
            <a:ext cx="12194865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87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81B327-A9F7-F5D7-3F81-63B058370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365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1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355E11-04CC-DF6F-1828-C90B1D272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5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062EAE-8B6F-3491-C716-A6D9AAD85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325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786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Aishvarya K</dc:creator>
  <cp:lastModifiedBy>Aishvarya K</cp:lastModifiedBy>
  <cp:revision>1</cp:revision>
  <dcterms:created xsi:type="dcterms:W3CDTF">2026-07-22T15:46:10Z</dcterms:created>
  <dcterms:modified xsi:type="dcterms:W3CDTF">2026-07-22T16:00:04Z</dcterms:modified>
</cp:coreProperties>
</file>